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Product Design — AI‑Native Workflow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human‑led design powered by copilots, agents, and guardrails across the lifecycle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915400" y="658368"/>
            <a:ext cx="32461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052560" y="768096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roles:  Copilot  •  Agent  •  Guardrail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969264"/>
            <a:ext cx="7818120" cy="530352"/>
          </a:xfrm>
          <a:prstGeom prst="curvedLeftArrow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29400" y="102412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 → iterate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2076237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234440"/>
            <a:ext cx="2076237" cy="566928"/>
          </a:xfrm>
          <a:prstGeom prst="round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1344168"/>
            <a:ext cx="192993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512" y="2002536"/>
            <a:ext cx="1783629" cy="3364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Synthesize market + user signals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Interview guide &amp; script drafts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Summarize + cluster raw feedback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Opportunity map &amp; insights repo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79157" y="3172968"/>
            <a:ext cx="201168" cy="329184"/>
          </a:xfrm>
          <a:prstGeom prst="rightArrow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80325" y="1234440"/>
            <a:ext cx="2076237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80325" y="1234440"/>
            <a:ext cx="2076237" cy="566928"/>
          </a:xfrm>
          <a:prstGeom prst="roundRect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53477" y="1344168"/>
            <a:ext cx="192993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944917" y="2002536"/>
            <a:ext cx="1783629" cy="3364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Problem framing + JTBD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Draft PRD / design brief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Hypotheses + metric tree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Constraint &amp; risk scan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56561" y="3172968"/>
            <a:ext cx="201168" cy="329184"/>
          </a:xfrm>
          <a:prstGeom prst="rightArrow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57729" y="1234440"/>
            <a:ext cx="2076237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57729" y="1234440"/>
            <a:ext cx="2076237" cy="566928"/>
          </a:xfrm>
          <a:prstGeom prst="round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30881" y="1344168"/>
            <a:ext cx="192993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222321" y="2002536"/>
            <a:ext cx="1783629" cy="3364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Flow / IA variations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Wireframes &amp; UI variants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Microcopy + tone alignment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Design system search &amp; reuse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133966" y="3172968"/>
            <a:ext cx="201168" cy="329184"/>
          </a:xfrm>
          <a:prstGeom prst="rightArrow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35134" y="1234440"/>
            <a:ext cx="2076237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35134" y="1234440"/>
            <a:ext cx="2076237" cy="566928"/>
          </a:xfrm>
          <a:prstGeom prst="round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08286" y="1344168"/>
            <a:ext cx="192993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499726" y="2002536"/>
            <a:ext cx="1783629" cy="3364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Specs, redlines, tokens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Stories + acceptance criteria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A11y + consistency checks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Design QA w/ annotated shots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411371" y="3172968"/>
            <a:ext cx="201168" cy="329184"/>
          </a:xfrm>
          <a:prstGeom prst="rightArrow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12539" y="1234440"/>
            <a:ext cx="2076237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12539" y="1234440"/>
            <a:ext cx="2076237" cy="566928"/>
          </a:xfrm>
          <a:prstGeom prst="round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85691" y="1344168"/>
            <a:ext cx="192993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&amp; Scale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777131" y="2002536"/>
            <a:ext cx="1783629" cy="3364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Experiment plans + readouts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Session replay summaries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VoC clustering → insights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Iterate patterns + roadmap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02920" y="5623560"/>
            <a:ext cx="11185855" cy="1051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" y="573328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Always‑on AI layer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67512" y="6062472"/>
            <a:ext cx="27141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+ design memory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(insights, patterns, tokens)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381680" y="6062472"/>
            <a:ext cx="27141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Copilots &amp; agents for repeatable work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(research, copy, layout, QA)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095848" y="6062472"/>
            <a:ext cx="27141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(privacy, brand, bias, IP, a11y)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810015" y="6062472"/>
            <a:ext cx="27141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 + telemetry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(quality, cost, latency)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2920" y="6620256"/>
            <a:ext cx="1118585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Human‑in‑the‑loop checkpoints: research ethics • safety &amp; privacy • accessibility • quality reviews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ChatGPT</dc:creator>
  <cp:lastModifiedBy>ChatGPT</cp:lastModifiedBy>
  <cp:revision>1</cp:revision>
  <dcterms:created xsi:type="dcterms:W3CDTF">2026-02-11T07:04:18Z</dcterms:created>
  <dcterms:modified xsi:type="dcterms:W3CDTF">2026-02-11T07:04:18Z</dcterms:modified>
</cp:coreProperties>
</file>