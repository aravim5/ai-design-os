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AI‑Native Prototyping Workflow (Internal Assistant ↔ DevGPT)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view: from concept framing → prompt packet → deterministic build runs → review &amp; handoff (with fast iteration loops)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234440"/>
            <a:ext cx="2645588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21208" y="1252728"/>
            <a:ext cx="2609012" cy="621792"/>
          </a:xfrm>
          <a:prstGeom prst="round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" y="1344168"/>
            <a:ext cx="23164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67512" y="1536192"/>
            <a:ext cx="2316404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Intake &amp; framing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959788" y="1399032"/>
            <a:ext cx="1005840" cy="256032"/>
          </a:xfrm>
          <a:prstGeom prst="round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59788" y="141732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15–45m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04088" y="1947672"/>
            <a:ext cx="2243252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Align on the problem we’re proving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Inputs: concept/hypothesis, target users &amp; JTBD, constraints (time/platform/stack)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Outputs: 1–2 sentence objective, success criteria, non‑goals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Exec one‑liner: “Validate ___ for ___ by demonstrating ___ in ___ days”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349676" y="1234440"/>
            <a:ext cx="2645588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67964" y="1252728"/>
            <a:ext cx="2609012" cy="621792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14268" y="1344168"/>
            <a:ext cx="23164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514268" y="1536192"/>
            <a:ext cx="2316404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 Packet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806544" y="1399032"/>
            <a:ext cx="1005840" cy="256032"/>
          </a:xfrm>
          <a:prstGeom prst="roundRect">
            <a:avLst/>
          </a:prstGeom>
          <a:solidFill>
            <a:srgbClr val="99F6E4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6544" y="141732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30–90m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550844" y="1947672"/>
            <a:ext cx="2243252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Reusable spec artifact that drives build quality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Includes: intent, stack, DS tokens via MCP, IA/layout, flows, branching rules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Component contracts: states + keyboard/screen reader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Data model + mock scenarios + edge cases + acceptance checklist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QUALITY GATE: flows+rules, contracts, token rules, a11y+responsive explicit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96432" y="1234440"/>
            <a:ext cx="2645588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4720" y="1252728"/>
            <a:ext cx="2609012" cy="621792"/>
          </a:xfrm>
          <a:prstGeom prst="round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61024" y="1344168"/>
            <a:ext cx="23164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61024" y="1536192"/>
            <a:ext cx="2316404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Layered build runs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653299" y="1399032"/>
            <a:ext cx="1005840" cy="256032"/>
          </a:xfrm>
          <a:prstGeom prst="round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53299" y="141732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2–8h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97600" y="1947672"/>
            <a:ext cx="2243252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Run 1: skeleton + navigation + empty states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Run 2: DS components &amp; tokens + responsive grid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Run 3: state + validation + error/help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Run 4: branching logic + persistence + exits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Run 5: data binding + mock data + loading/failure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Run 6: accessibility + polish (focus/ARIA/contrast)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Each run ships: change note + gaps/next scope + checklist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9043187" y="1234440"/>
            <a:ext cx="2645588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061475" y="1252728"/>
            <a:ext cx="2609012" cy="62179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207779" y="1344168"/>
            <a:ext cx="23164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FA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207779" y="1536192"/>
            <a:ext cx="2316404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&amp; handoff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0500055" y="1399032"/>
            <a:ext cx="1005840" cy="256032"/>
          </a:xfrm>
          <a:prstGeom prst="roundRect">
            <a:avLst/>
          </a:prstGeom>
          <a:solidFill>
            <a:srgbClr val="E9D5FF"/>
          </a:solidFill>
          <a:ln w="12700">
            <a:solidFill>
              <a:srgbClr val="E9D5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500055" y="141732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30–120m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244355" y="1947672"/>
            <a:ext cx="2243252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Design review: flows, usability, visual alignment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System validation: token/component compliance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Eng review (optional): feasibility + integration notes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Handoff pack: prototype link, “what this proves”, flow map, DS notes, component behaviors, data + scenarios, limitations/next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2764460" y="3314700"/>
            <a:ext cx="411480" cy="0"/>
          </a:xfrm>
          <a:prstGeom prst="line">
            <a:avLst/>
          </a:prstGeom>
          <a:noFill/>
          <a:ln w="25400">
            <a:solidFill>
              <a:srgbClr val="9CA3AF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5611216" y="3314700"/>
            <a:ext cx="411480" cy="0"/>
          </a:xfrm>
          <a:prstGeom prst="line">
            <a:avLst/>
          </a:prstGeom>
          <a:noFill/>
          <a:ln w="25400">
            <a:solidFill>
              <a:srgbClr val="9CA3AF"/>
            </a:solidFill>
            <a:prstDash val="solid"/>
            <a:headEnd type="none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8457971" y="3314700"/>
            <a:ext cx="411480" cy="0"/>
          </a:xfrm>
          <a:prstGeom prst="line">
            <a:avLst/>
          </a:prstGeom>
          <a:noFill/>
          <a:ln w="25400">
            <a:solidFill>
              <a:srgbClr val="9CA3AF"/>
            </a:solidFill>
            <a:prstDash val="solid"/>
            <a:headEnd type="none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502920" y="5532120"/>
            <a:ext cx="11185855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1520" y="5669280"/>
            <a:ext cx="107286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Iteration loop (when outputs are limited)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731520" y="5943600"/>
            <a:ext cx="107286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a Delta Prompt to refine only what changed (keep/modify/new rules). Then re-run the smallest slice needed (e.g., Run 3 validation or Run 4 branching) rather than rebuilding from scratch.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731520" y="6336792"/>
            <a:ext cx="2613584" cy="219456"/>
          </a:xfrm>
          <a:prstGeom prst="round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31520" y="6355080"/>
            <a:ext cx="26135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lead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436544" y="6336792"/>
            <a:ext cx="2613584" cy="219456"/>
          </a:xfrm>
          <a:prstGeom prst="roundRect">
            <a:avLst/>
          </a:prstGeom>
          <a:solidFill>
            <a:srgbClr val="99F6E4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36544" y="6355080"/>
            <a:ext cx="26135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Internal assistant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141568" y="6336792"/>
            <a:ext cx="2613584" cy="219456"/>
          </a:xfrm>
          <a:prstGeom prst="round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141568" y="6355080"/>
            <a:ext cx="26135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DevGPT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8846591" y="6336792"/>
            <a:ext cx="2613584" cy="219456"/>
          </a:xfrm>
          <a:prstGeom prst="roundRect">
            <a:avLst/>
          </a:prstGeom>
          <a:solidFill>
            <a:srgbClr val="E9D5FF"/>
          </a:solidFill>
          <a:ln w="12700">
            <a:solidFill>
              <a:srgbClr val="E9D5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846591" y="6355080"/>
            <a:ext cx="26135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system / Eng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02920" y="6647688"/>
            <a:ext cx="11185855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Artifacts per phase: Objective brief → Prompt Packet → Build run notes → Executive handoff pack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2026-02-13T03:58:28Z</dcterms:created>
  <dcterms:modified xsi:type="dcterms:W3CDTF">2026-02-13T03:58:28Z</dcterms:modified>
</cp:coreProperties>
</file>